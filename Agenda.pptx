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déplacer la diapo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7DF32DC-3852-4738-8D00-2C2653579E06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0507B3-7EF8-44C3-BE3A-AF86B23896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DA028C-54C4-460C-B267-CCED9F2A6A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2560" cy="82152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9142560" cy="71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57200" y="960120"/>
            <a:ext cx="82281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457200" y="187452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a8d4dc"/>
                </a:solidFill>
                <a:latin typeface="Calibri"/>
                <a:ea typeface="Calibri"/>
              </a:rPr>
              <a:t>Recherche, Analyse et Visualisation de Données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743200" y="2514600"/>
            <a:ext cx="3656160" cy="4428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57200" y="2834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a8d4dc"/>
                </a:solidFill>
                <a:latin typeface="Calibri"/>
                <a:ea typeface="Calibri"/>
              </a:rPr>
              <a:t>David THIBAU – 2026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457200" y="3218760"/>
            <a:ext cx="8228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david.thibau@gmail.com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182880" y="4069080"/>
            <a:ext cx="2147400" cy="657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228600" y="4069080"/>
            <a:ext cx="205596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Historique &amp; Positionnement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2468880" y="4069080"/>
            <a:ext cx="2147400" cy="6570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2514600" y="4069080"/>
            <a:ext cx="205596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avec Elasticsearch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4754880" y="4069080"/>
            <a:ext cx="2147400" cy="6570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4800600" y="4069080"/>
            <a:ext cx="205596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Composants principaux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6995160" y="4069080"/>
            <a:ext cx="1964520" cy="6570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040880" y="4069080"/>
            <a:ext cx="1873080" cy="65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Architecture du cluster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0" y="4818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9142560" cy="65700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63080" cy="657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347400" y="54720"/>
            <a:ext cx="8411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Agenda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3"/>
          <p:cNvSpPr/>
          <p:nvPr/>
        </p:nvSpPr>
        <p:spPr>
          <a:xfrm>
            <a:off x="228600" y="114300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228600" y="1143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822960" y="822960"/>
            <a:ext cx="3656160" cy="127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822960" y="822960"/>
            <a:ext cx="62640" cy="12787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1005840" y="9144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Introduction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1005840" y="1298520"/>
            <a:ext cx="3427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Historique, comparaison ES, composants, architecture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9"/>
          <p:cNvSpPr/>
          <p:nvPr/>
        </p:nvSpPr>
        <p:spPr>
          <a:xfrm>
            <a:off x="228600" y="251460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228600" y="25146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11"/>
          <p:cNvSpPr/>
          <p:nvPr/>
        </p:nvSpPr>
        <p:spPr>
          <a:xfrm>
            <a:off x="822960" y="2194560"/>
            <a:ext cx="3656160" cy="127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822960" y="2194560"/>
            <a:ext cx="62640" cy="12787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13"/>
          <p:cNvSpPr/>
          <p:nvPr/>
        </p:nvSpPr>
        <p:spPr>
          <a:xfrm>
            <a:off x="1005840" y="22860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Indexation et mapping des données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1005840" y="2670120"/>
            <a:ext cx="3427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Document et Bulk API</a:t>
            </a:r>
            <a:br>
              <a:rPr sz="1050"/>
            </a:b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Structure, mappings, analyzers, bonnes pratiques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15"/>
          <p:cNvSpPr/>
          <p:nvPr/>
        </p:nvSpPr>
        <p:spPr>
          <a:xfrm>
            <a:off x="228600" y="388620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228600" y="38862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822960" y="3566160"/>
            <a:ext cx="3656160" cy="127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822960" y="3566160"/>
            <a:ext cx="62640" cy="12787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1005840" y="36576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Requêtes et agrégations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1005840" y="4041720"/>
            <a:ext cx="3427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Query DSL, filtres, full-text, agrégations, optimisation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21"/>
          <p:cNvSpPr/>
          <p:nvPr/>
        </p:nvSpPr>
        <p:spPr>
          <a:xfrm>
            <a:off x="4709160" y="114300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22"/>
          <p:cNvSpPr/>
          <p:nvPr/>
        </p:nvSpPr>
        <p:spPr>
          <a:xfrm>
            <a:off x="4709160" y="1143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23"/>
          <p:cNvSpPr/>
          <p:nvPr/>
        </p:nvSpPr>
        <p:spPr>
          <a:xfrm>
            <a:off x="5303520" y="822960"/>
            <a:ext cx="3656160" cy="127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24"/>
          <p:cNvSpPr/>
          <p:nvPr/>
        </p:nvSpPr>
        <p:spPr>
          <a:xfrm>
            <a:off x="5303520" y="822960"/>
            <a:ext cx="62640" cy="12787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5"/>
          <p:cNvSpPr/>
          <p:nvPr/>
        </p:nvSpPr>
        <p:spPr>
          <a:xfrm>
            <a:off x="5486400" y="9144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Visualisation – OpenSearch Dashboards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26"/>
          <p:cNvSpPr/>
          <p:nvPr/>
        </p:nvSpPr>
        <p:spPr>
          <a:xfrm>
            <a:off x="5486400" y="1298520"/>
            <a:ext cx="3427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Query Languages, Dashboards, visualisations, filtres, partage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27"/>
          <p:cNvSpPr/>
          <p:nvPr/>
        </p:nvSpPr>
        <p:spPr>
          <a:xfrm>
            <a:off x="4709160" y="251460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28"/>
          <p:cNvSpPr/>
          <p:nvPr/>
        </p:nvSpPr>
        <p:spPr>
          <a:xfrm>
            <a:off x="4709160" y="25146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29"/>
          <p:cNvSpPr/>
          <p:nvPr/>
        </p:nvSpPr>
        <p:spPr>
          <a:xfrm>
            <a:off x="5303520" y="2194560"/>
            <a:ext cx="3656160" cy="127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30"/>
          <p:cNvSpPr/>
          <p:nvPr/>
        </p:nvSpPr>
        <p:spPr>
          <a:xfrm>
            <a:off x="5303520" y="2194560"/>
            <a:ext cx="62640" cy="12787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31"/>
          <p:cNvSpPr/>
          <p:nvPr/>
        </p:nvSpPr>
        <p:spPr>
          <a:xfrm>
            <a:off x="5486400" y="22860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Administration et sécurité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32"/>
          <p:cNvSpPr/>
          <p:nvPr/>
        </p:nvSpPr>
        <p:spPr>
          <a:xfrm>
            <a:off x="5486400" y="2670120"/>
            <a:ext cx="3427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Nœuds, HA, snapshots, certificats, rôles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33"/>
          <p:cNvSpPr/>
          <p:nvPr/>
        </p:nvSpPr>
        <p:spPr>
          <a:xfrm>
            <a:off x="4709160" y="3886200"/>
            <a:ext cx="501480" cy="501480"/>
          </a:xfrm>
          <a:prstGeom prst="ellipse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34"/>
          <p:cNvSpPr/>
          <p:nvPr/>
        </p:nvSpPr>
        <p:spPr>
          <a:xfrm>
            <a:off x="4709160" y="38862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35"/>
          <p:cNvSpPr/>
          <p:nvPr/>
        </p:nvSpPr>
        <p:spPr>
          <a:xfrm>
            <a:off x="5303520" y="3566160"/>
            <a:ext cx="3656160" cy="127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36"/>
          <p:cNvSpPr/>
          <p:nvPr/>
        </p:nvSpPr>
        <p:spPr>
          <a:xfrm>
            <a:off x="5303520" y="3566160"/>
            <a:ext cx="62640" cy="127872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37"/>
          <p:cNvSpPr/>
          <p:nvPr/>
        </p:nvSpPr>
        <p:spPr>
          <a:xfrm>
            <a:off x="5486400" y="3657600"/>
            <a:ext cx="3427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Supervision et optimisation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38"/>
          <p:cNvSpPr/>
          <p:nvPr/>
        </p:nvSpPr>
        <p:spPr>
          <a:xfrm>
            <a:off x="5486400" y="4041720"/>
            <a:ext cx="34275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4a7480"/>
                </a:solidFill>
                <a:latin typeface="Calibri"/>
                <a:ea typeface="Calibri"/>
              </a:rPr>
              <a:t>Performance Analyzer, scaling, maintenance</a:t>
            </a:r>
            <a:endParaRPr b="0" lang="fr-FR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4145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2026-03-17T11:30:50Z</dcterms:created>
  <dc:creator>David THIBAU</dc:creator>
  <dc:description/>
  <dc:language>fr-FR</dc:language>
  <cp:lastModifiedBy/>
  <dcterms:modified xsi:type="dcterms:W3CDTF">2026-03-20T14:30:11Z</dcterms:modified>
  <cp:revision>13</cp:revision>
  <dc:subject>PptxGenJS Presentation</dc:subject>
  <dc:title>OpenSearch – Introduction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