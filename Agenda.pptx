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déplacer la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ue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z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po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ur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od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ifi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er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at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no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A6BBA50-473A-4F94-AD21-AFA5195746CF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BCEB5B-EDAB-4652-B9F1-E492A0485E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85E692-983F-4A3F-A763-EC26A5AF55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éditer le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format du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9142560" cy="716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960120"/>
            <a:ext cx="82281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OpenSearch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187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a8d4dc"/>
                </a:solidFill>
                <a:latin typeface="Calibri"/>
                <a:ea typeface="Calibri"/>
              </a:rPr>
              <a:t>Recherche, Analyse et Visualisation de Données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743200" y="2514600"/>
            <a:ext cx="3656160" cy="442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2834640"/>
            <a:ext cx="8228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8d4dc"/>
                </a:solidFill>
                <a:latin typeface="Calibri"/>
                <a:ea typeface="Calibri"/>
              </a:rPr>
              <a:t>David THIBAU – 2026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321876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david.thibau@gmail.com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82880" y="4069080"/>
            <a:ext cx="2147400" cy="657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28600" y="4069080"/>
            <a:ext cx="20559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Historique &amp; Positionnement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2468880" y="4069080"/>
            <a:ext cx="2147400" cy="6570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514600" y="4069080"/>
            <a:ext cx="20559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Comparaison avec Elasticsearch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754880" y="4069080"/>
            <a:ext cx="2147400" cy="657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800600" y="4069080"/>
            <a:ext cx="20559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Composants principaux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995160" y="4069080"/>
            <a:ext cx="1964520" cy="6570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040880" y="4069080"/>
            <a:ext cx="187308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du cluster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0" y="4818960"/>
            <a:ext cx="9142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Formation OpenSearch · 2026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2560" cy="65700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63080" cy="657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347400" y="54720"/>
            <a:ext cx="84110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Agenda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228600" y="1143000"/>
            <a:ext cx="501480" cy="5014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228600" y="1143000"/>
            <a:ext cx="5014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822960" y="822960"/>
            <a:ext cx="3656160" cy="127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822960" y="822960"/>
            <a:ext cx="62640" cy="1278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1005840" y="914400"/>
            <a:ext cx="3427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Introduction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1005840" y="1298520"/>
            <a:ext cx="3427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Historique, comparaison ES, composants, architecture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228600" y="2514600"/>
            <a:ext cx="501480" cy="5014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228600" y="2514600"/>
            <a:ext cx="5014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822960" y="2194560"/>
            <a:ext cx="3656160" cy="127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822960" y="2194560"/>
            <a:ext cx="62640" cy="1278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1005840" y="2286000"/>
            <a:ext cx="3427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Indexation et mapping des données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1005840" y="2670120"/>
            <a:ext cx="3427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Document et Bulk API</a:t>
            </a:r>
            <a:br>
              <a:rPr sz="1050"/>
            </a:b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Structure, mappings, analyzers, bonnes pratiques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228600" y="3886200"/>
            <a:ext cx="501480" cy="5014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228600" y="3886200"/>
            <a:ext cx="5014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822960" y="3566160"/>
            <a:ext cx="3656160" cy="127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822960" y="3566160"/>
            <a:ext cx="62640" cy="1278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1005840" y="3657600"/>
            <a:ext cx="3427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Requêtes et agrégations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1005840" y="4041720"/>
            <a:ext cx="3427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Query DSL, filtres, full-text, agrégations, optimisation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21"/>
          <p:cNvSpPr/>
          <p:nvPr/>
        </p:nvSpPr>
        <p:spPr>
          <a:xfrm>
            <a:off x="4709160" y="1143000"/>
            <a:ext cx="501480" cy="5014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4709160" y="1143000"/>
            <a:ext cx="5014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23"/>
          <p:cNvSpPr/>
          <p:nvPr/>
        </p:nvSpPr>
        <p:spPr>
          <a:xfrm>
            <a:off x="5303520" y="822960"/>
            <a:ext cx="3656160" cy="127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4"/>
          <p:cNvSpPr/>
          <p:nvPr/>
        </p:nvSpPr>
        <p:spPr>
          <a:xfrm>
            <a:off x="5303520" y="822960"/>
            <a:ext cx="62640" cy="1278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5486400" y="914400"/>
            <a:ext cx="3427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Visualisation – OpenSearch Dashboards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5486400" y="1298520"/>
            <a:ext cx="3427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Dashboards, visualisations, filtres, partage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27"/>
          <p:cNvSpPr/>
          <p:nvPr/>
        </p:nvSpPr>
        <p:spPr>
          <a:xfrm>
            <a:off x="4709160" y="2514600"/>
            <a:ext cx="501480" cy="5014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8"/>
          <p:cNvSpPr/>
          <p:nvPr/>
        </p:nvSpPr>
        <p:spPr>
          <a:xfrm>
            <a:off x="4709160" y="2514600"/>
            <a:ext cx="5014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9"/>
          <p:cNvSpPr/>
          <p:nvPr/>
        </p:nvSpPr>
        <p:spPr>
          <a:xfrm>
            <a:off x="5303520" y="2194560"/>
            <a:ext cx="3656160" cy="127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0"/>
          <p:cNvSpPr/>
          <p:nvPr/>
        </p:nvSpPr>
        <p:spPr>
          <a:xfrm>
            <a:off x="5303520" y="2194560"/>
            <a:ext cx="62640" cy="1278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31"/>
          <p:cNvSpPr/>
          <p:nvPr/>
        </p:nvSpPr>
        <p:spPr>
          <a:xfrm>
            <a:off x="5486400" y="2286000"/>
            <a:ext cx="3427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Administration et sécurité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2"/>
          <p:cNvSpPr/>
          <p:nvPr/>
        </p:nvSpPr>
        <p:spPr>
          <a:xfrm>
            <a:off x="5486400" y="2670120"/>
            <a:ext cx="3427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Nœuds, HA, snapshots, certificats, rôles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33"/>
          <p:cNvSpPr/>
          <p:nvPr/>
        </p:nvSpPr>
        <p:spPr>
          <a:xfrm>
            <a:off x="4709160" y="3886200"/>
            <a:ext cx="501480" cy="5014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34"/>
          <p:cNvSpPr/>
          <p:nvPr/>
        </p:nvSpPr>
        <p:spPr>
          <a:xfrm>
            <a:off x="4709160" y="3886200"/>
            <a:ext cx="5014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35"/>
          <p:cNvSpPr/>
          <p:nvPr/>
        </p:nvSpPr>
        <p:spPr>
          <a:xfrm>
            <a:off x="5303520" y="3566160"/>
            <a:ext cx="3656160" cy="127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6"/>
          <p:cNvSpPr/>
          <p:nvPr/>
        </p:nvSpPr>
        <p:spPr>
          <a:xfrm>
            <a:off x="5303520" y="3566160"/>
            <a:ext cx="62640" cy="1278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37"/>
          <p:cNvSpPr/>
          <p:nvPr/>
        </p:nvSpPr>
        <p:spPr>
          <a:xfrm>
            <a:off x="5486400" y="3657600"/>
            <a:ext cx="3427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Supervision et optimisation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8"/>
          <p:cNvSpPr/>
          <p:nvPr/>
        </p:nvSpPr>
        <p:spPr>
          <a:xfrm>
            <a:off x="5486400" y="4041720"/>
            <a:ext cx="3427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Performance Analyzer, scaling, maintenance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2026-03-17T11:30:50Z</dcterms:created>
  <dc:creator>David THIBAU</dc:creator>
  <dc:description/>
  <dc:language>fr-FR</dc:language>
  <cp:lastModifiedBy/>
  <dcterms:modified xsi:type="dcterms:W3CDTF">2026-03-18T19:40:08Z</dcterms:modified>
  <cp:revision>12</cp:revision>
  <dc:subject>PptxGenJS Presentation</dc:subject>
  <dc:title>OpenSearch – 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